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Fundus Image Analysis for Early Detection of Diabetic Retinopathy</a:t>
            </a:r>
          </a:p>
          <a:p>
            <a:r>
              <a:t>Team Leader: Chandika Nathan Prabhu Deva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Diabetic Retinopathy is a serious eye disease caused by diabetes.</a:t>
            </a:r>
          </a:p>
          <a:p>
            <a:r>
              <a:t>Early detection helps prevent blindness.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diagnosis requires experts and time.</a:t>
            </a:r>
          </a:p>
          <a:p>
            <a:r>
              <a:t>AI-based automation can improve detection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disease using deep learning</a:t>
            </a:r>
          </a:p>
          <a:p>
            <a:r>
              <a:t>Train model with retinal images</a:t>
            </a:r>
          </a:p>
          <a:p>
            <a:r>
              <a:t>Create prediction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TensorFlow / Keras</a:t>
            </a:r>
          </a:p>
          <a:p>
            <a:r>
              <a:t>Flask</a:t>
            </a:r>
          </a:p>
          <a:p>
            <a:r>
              <a:t>HTML / CSS</a:t>
            </a:r>
          </a:p>
          <a:p>
            <a:r>
              <a:t>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Image → Preprocessing → Deep Learning Model → Prediction →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Collection</a:t>
            </a:r>
          </a:p>
          <a:p>
            <a:r>
              <a:t>Image Processing</a:t>
            </a:r>
          </a:p>
          <a:p>
            <a:r>
              <a:t>CNN Model Training</a:t>
            </a:r>
          </a:p>
          <a:p>
            <a:r>
              <a:t>Prediction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successfully detects diabetic retinopathy from retinal images.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can support doctors in early detection of eye diseases.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accuracy with larger datasets</a:t>
            </a:r>
          </a:p>
          <a:p>
            <a:r>
              <a:t>Develop mobile applications</a:t>
            </a:r>
          </a:p>
          <a:p>
            <a:r>
              <a:t>Integrate into healthcare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